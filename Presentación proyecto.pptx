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5" r:id="rId5"/>
    <p:sldId id="266" r:id="rId6"/>
    <p:sldId id="256" r:id="rId7"/>
    <p:sldId id="257" r:id="rId8"/>
    <p:sldId id="258" r:id="rId9"/>
    <p:sldId id="259" r:id="rId10"/>
    <p:sldId id="267" r:id="rId11"/>
    <p:sldId id="268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73AA1-9C5E-4A9D-9DFB-1D9C1DBEA98F}" v="8" dt="2026-01-20T03:03:17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everio A." userId="357841d4ae228035" providerId="LiveId" clId="{7C915D86-94B1-4867-88A2-AAEB6B7BA71A}"/>
    <pc:docChg chg="undo custSel addSld delSld modSld sldOrd">
      <pc:chgData name="Christian Ceverio A." userId="357841d4ae228035" providerId="LiveId" clId="{7C915D86-94B1-4867-88A2-AAEB6B7BA71A}" dt="2026-01-20T03:07:45.480" v="298" actId="20577"/>
      <pc:docMkLst>
        <pc:docMk/>
      </pc:docMkLst>
      <pc:sldChg chg="del">
        <pc:chgData name="Christian Ceverio A." userId="357841d4ae228035" providerId="LiveId" clId="{7C915D86-94B1-4867-88A2-AAEB6B7BA71A}" dt="2026-01-20T03:02:19.232" v="88" actId="47"/>
        <pc:sldMkLst>
          <pc:docMk/>
          <pc:sldMk cId="4092973646" sldId="260"/>
        </pc:sldMkLst>
      </pc:sldChg>
      <pc:sldChg chg="addSp delSp modSp new mod setBg">
        <pc:chgData name="Christian Ceverio A." userId="357841d4ae228035" providerId="LiveId" clId="{7C915D86-94B1-4867-88A2-AAEB6B7BA71A}" dt="2026-01-20T02:58:05.399" v="40" actId="20577"/>
        <pc:sldMkLst>
          <pc:docMk/>
          <pc:sldMk cId="3240669218" sldId="262"/>
        </pc:sldMkLst>
        <pc:spChg chg="mod">
          <ac:chgData name="Christian Ceverio A." userId="357841d4ae228035" providerId="LiveId" clId="{7C915D86-94B1-4867-88A2-AAEB6B7BA71A}" dt="2026-01-20T02:58:05.399" v="40" actId="20577"/>
          <ac:spMkLst>
            <pc:docMk/>
            <pc:sldMk cId="3240669218" sldId="262"/>
            <ac:spMk id="2" creationId="{87F4FFD7-EF2C-2F6F-A819-902EA8ABBDB3}"/>
          </ac:spMkLst>
        </pc:spChg>
        <pc:spChg chg="del">
          <ac:chgData name="Christian Ceverio A." userId="357841d4ae228035" providerId="LiveId" clId="{7C915D86-94B1-4867-88A2-AAEB6B7BA71A}" dt="2026-01-20T02:57:36.931" v="3" actId="478"/>
          <ac:spMkLst>
            <pc:docMk/>
            <pc:sldMk cId="3240669218" sldId="262"/>
            <ac:spMk id="3" creationId="{EA0FCEAA-A749-8489-7329-B4ADC6CE8D8A}"/>
          </ac:spMkLst>
        </pc:spChg>
        <pc:spChg chg="add">
          <ac:chgData name="Christian Ceverio A." userId="357841d4ae228035" providerId="LiveId" clId="{7C915D86-94B1-4867-88A2-AAEB6B7BA71A}" dt="2026-01-20T02:57:48.017" v="4" actId="26606"/>
          <ac:spMkLst>
            <pc:docMk/>
            <pc:sldMk cId="3240669218" sldId="262"/>
            <ac:spMk id="7" creationId="{9095C1F4-AE7F-44E4-8693-40D3D6831140}"/>
          </ac:spMkLst>
        </pc:spChg>
        <pc:spChg chg="add">
          <ac:chgData name="Christian Ceverio A." userId="357841d4ae228035" providerId="LiveId" clId="{7C915D86-94B1-4867-88A2-AAEB6B7BA71A}" dt="2026-01-20T02:57:48.017" v="4" actId="26606"/>
          <ac:spMkLst>
            <pc:docMk/>
            <pc:sldMk cId="3240669218" sldId="262"/>
            <ac:spMk id="13" creationId="{871AEA07-1E14-44B4-8E55-64EF049CD66F}"/>
          </ac:spMkLst>
        </pc:spChg>
        <pc:grpChg chg="add">
          <ac:chgData name="Christian Ceverio A." userId="357841d4ae228035" providerId="LiveId" clId="{7C915D86-94B1-4867-88A2-AAEB6B7BA71A}" dt="2026-01-20T02:57:48.017" v="4" actId="26606"/>
          <ac:grpSpMkLst>
            <pc:docMk/>
            <pc:sldMk cId="3240669218" sldId="262"/>
            <ac:grpSpMk id="9" creationId="{8734DDD3-F723-4DD3-8ABE-EC0B2AC87D74}"/>
          </ac:grpSpMkLst>
        </pc:grpChg>
      </pc:sldChg>
      <pc:sldChg chg="delSp new del mod">
        <pc:chgData name="Christian Ceverio A." userId="357841d4ae228035" providerId="LiveId" clId="{7C915D86-94B1-4867-88A2-AAEB6B7BA71A}" dt="2026-01-20T02:58:19.853" v="43" actId="47"/>
        <pc:sldMkLst>
          <pc:docMk/>
          <pc:sldMk cId="2236058579" sldId="263"/>
        </pc:sldMkLst>
        <pc:spChg chg="del">
          <ac:chgData name="Christian Ceverio A." userId="357841d4ae228035" providerId="LiveId" clId="{7C915D86-94B1-4867-88A2-AAEB6B7BA71A}" dt="2026-01-20T02:58:16.056" v="42" actId="478"/>
          <ac:spMkLst>
            <pc:docMk/>
            <pc:sldMk cId="2236058579" sldId="263"/>
            <ac:spMk id="2" creationId="{5CA83EBA-B35B-2FD7-5771-AB8F0EE6D8A7}"/>
          </ac:spMkLst>
        </pc:spChg>
      </pc:sldChg>
      <pc:sldChg chg="addSp delSp modSp new mod setBg">
        <pc:chgData name="Christian Ceverio A." userId="357841d4ae228035" providerId="LiveId" clId="{7C915D86-94B1-4867-88A2-AAEB6B7BA71A}" dt="2026-01-20T03:00:24.763" v="64" actId="5793"/>
        <pc:sldMkLst>
          <pc:docMk/>
          <pc:sldMk cId="3564616405" sldId="263"/>
        </pc:sldMkLst>
        <pc:spChg chg="del">
          <ac:chgData name="Christian Ceverio A." userId="357841d4ae228035" providerId="LiveId" clId="{7C915D86-94B1-4867-88A2-AAEB6B7BA71A}" dt="2026-01-20T02:58:35.758" v="45" actId="478"/>
          <ac:spMkLst>
            <pc:docMk/>
            <pc:sldMk cId="3564616405" sldId="263"/>
            <ac:spMk id="2" creationId="{5277E30B-2117-BFAC-5270-763468FB5FA7}"/>
          </ac:spMkLst>
        </pc:spChg>
        <pc:spChg chg="mod">
          <ac:chgData name="Christian Ceverio A." userId="357841d4ae228035" providerId="LiveId" clId="{7C915D86-94B1-4867-88A2-AAEB6B7BA71A}" dt="2026-01-20T03:00:24.763" v="64" actId="5793"/>
          <ac:spMkLst>
            <pc:docMk/>
            <pc:sldMk cId="3564616405" sldId="263"/>
            <ac:spMk id="3" creationId="{FA853104-B04B-6DD2-9638-F9977B91C2E4}"/>
          </ac:spMkLst>
        </pc:spChg>
        <pc:spChg chg="add del">
          <ac:chgData name="Christian Ceverio A." userId="357841d4ae228035" providerId="LiveId" clId="{7C915D86-94B1-4867-88A2-AAEB6B7BA71A}" dt="2026-01-20T02:59:09.073" v="52" actId="26606"/>
          <ac:spMkLst>
            <pc:docMk/>
            <pc:sldMk cId="3564616405" sldId="263"/>
            <ac:spMk id="8" creationId="{B6CDA21F-E7AF-4C75-8395-33F58D5B0E45}"/>
          </ac:spMkLst>
        </pc:spChg>
        <pc:spChg chg="add del">
          <ac:chgData name="Christian Ceverio A." userId="357841d4ae228035" providerId="LiveId" clId="{7C915D86-94B1-4867-88A2-AAEB6B7BA71A}" dt="2026-01-20T02:59:09.073" v="52" actId="26606"/>
          <ac:spMkLst>
            <pc:docMk/>
            <pc:sldMk cId="3564616405" sldId="263"/>
            <ac:spMk id="15" creationId="{D5B0017B-2ECA-49AF-B397-DC140825DF8D}"/>
          </ac:spMkLst>
        </pc:spChg>
        <pc:grpChg chg="add del">
          <ac:chgData name="Christian Ceverio A." userId="357841d4ae228035" providerId="LiveId" clId="{7C915D86-94B1-4867-88A2-AAEB6B7BA71A}" dt="2026-01-20T02:59:09.073" v="52" actId="26606"/>
          <ac:grpSpMkLst>
            <pc:docMk/>
            <pc:sldMk cId="3564616405" sldId="263"/>
            <ac:grpSpMk id="10" creationId="{AE1C45F0-260A-458C-96ED-C1F6D2151219}"/>
          </ac:grpSpMkLst>
        </pc:grpChg>
        <pc:cxnChg chg="add del">
          <ac:chgData name="Christian Ceverio A." userId="357841d4ae228035" providerId="LiveId" clId="{7C915D86-94B1-4867-88A2-AAEB6B7BA71A}" dt="2026-01-20T02:59:09.073" v="52" actId="26606"/>
          <ac:cxnSpMkLst>
            <pc:docMk/>
            <pc:sldMk cId="3564616405" sldId="263"/>
            <ac:cxnSpMk id="17" creationId="{6CF1BAF6-AD41-4082-B212-8A1F9A2E8779}"/>
          </ac:cxnSpMkLst>
        </pc:cxnChg>
      </pc:sldChg>
      <pc:sldChg chg="new del">
        <pc:chgData name="Christian Ceverio A." userId="357841d4ae228035" providerId="LiveId" clId="{7C915D86-94B1-4867-88A2-AAEB6B7BA71A}" dt="2026-01-20T03:00:43.599" v="67" actId="47"/>
        <pc:sldMkLst>
          <pc:docMk/>
          <pc:sldMk cId="2589839536" sldId="264"/>
        </pc:sldMkLst>
      </pc:sldChg>
      <pc:sldChg chg="modSp add mod">
        <pc:chgData name="Christian Ceverio A." userId="357841d4ae228035" providerId="LiveId" clId="{7C915D86-94B1-4867-88A2-AAEB6B7BA71A}" dt="2026-01-20T03:01:08.903" v="82" actId="5793"/>
        <pc:sldMkLst>
          <pc:docMk/>
          <pc:sldMk cId="4256765248" sldId="265"/>
        </pc:sldMkLst>
        <pc:spChg chg="mod">
          <ac:chgData name="Christian Ceverio A." userId="357841d4ae228035" providerId="LiveId" clId="{7C915D86-94B1-4867-88A2-AAEB6B7BA71A}" dt="2026-01-20T03:01:08.903" v="82" actId="5793"/>
          <ac:spMkLst>
            <pc:docMk/>
            <pc:sldMk cId="4256765248" sldId="265"/>
            <ac:spMk id="3" creationId="{01A5B878-3FDC-ADEF-4BA4-98161409BFEA}"/>
          </ac:spMkLst>
        </pc:spChg>
      </pc:sldChg>
      <pc:sldChg chg="modSp add mod ord">
        <pc:chgData name="Christian Ceverio A." userId="357841d4ae228035" providerId="LiveId" clId="{7C915D86-94B1-4867-88A2-AAEB6B7BA71A}" dt="2026-01-20T03:02:17.239" v="87"/>
        <pc:sldMkLst>
          <pc:docMk/>
          <pc:sldMk cId="3612141837" sldId="266"/>
        </pc:sldMkLst>
        <pc:spChg chg="mod">
          <ac:chgData name="Christian Ceverio A." userId="357841d4ae228035" providerId="LiveId" clId="{7C915D86-94B1-4867-88A2-AAEB6B7BA71A}" dt="2026-01-20T03:02:14.696" v="85"/>
          <ac:spMkLst>
            <pc:docMk/>
            <pc:sldMk cId="3612141837" sldId="266"/>
            <ac:spMk id="2" creationId="{4C782BE2-D778-E803-E25B-E282BA297A82}"/>
          </ac:spMkLst>
        </pc:spChg>
      </pc:sldChg>
      <pc:sldChg chg="modSp add mod ord">
        <pc:chgData name="Christian Ceverio A." userId="357841d4ae228035" providerId="LiveId" clId="{7C915D86-94B1-4867-88A2-AAEB6B7BA71A}" dt="2026-01-20T03:02:44.513" v="112" actId="20577"/>
        <pc:sldMkLst>
          <pc:docMk/>
          <pc:sldMk cId="1280640742" sldId="267"/>
        </pc:sldMkLst>
        <pc:spChg chg="mod">
          <ac:chgData name="Christian Ceverio A." userId="357841d4ae228035" providerId="LiveId" clId="{7C915D86-94B1-4867-88A2-AAEB6B7BA71A}" dt="2026-01-20T03:02:44.513" v="112" actId="20577"/>
          <ac:spMkLst>
            <pc:docMk/>
            <pc:sldMk cId="1280640742" sldId="267"/>
            <ac:spMk id="2" creationId="{9EDA1F76-44ED-B521-9EE6-AD2218C1202F}"/>
          </ac:spMkLst>
        </pc:spChg>
      </pc:sldChg>
      <pc:sldChg chg="modSp add mod ord">
        <pc:chgData name="Christian Ceverio A." userId="357841d4ae228035" providerId="LiveId" clId="{7C915D86-94B1-4867-88A2-AAEB6B7BA71A}" dt="2026-01-20T03:07:45.480" v="298" actId="20577"/>
        <pc:sldMkLst>
          <pc:docMk/>
          <pc:sldMk cId="206247527" sldId="268"/>
        </pc:sldMkLst>
        <pc:spChg chg="mod">
          <ac:chgData name="Christian Ceverio A." userId="357841d4ae228035" providerId="LiveId" clId="{7C915D86-94B1-4867-88A2-AAEB6B7BA71A}" dt="2026-01-20T03:07:45.480" v="298" actId="20577"/>
          <ac:spMkLst>
            <pc:docMk/>
            <pc:sldMk cId="206247527" sldId="268"/>
            <ac:spMk id="3" creationId="{5F1A1630-243D-D924-E118-43D839909DD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C1099-241B-B527-90FB-D1281AAC1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1C2831-AC51-0C2E-70EB-40560F983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119DBD-FF15-2268-9214-10B6C3F2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E3D877-15D2-79B6-E5C2-B8D70254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512445-266E-DFEA-9234-1F5A4D97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642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2E9D4-C028-C3FD-0136-A5195613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5F06A7-793F-ED32-210F-930CBF090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D238EB-A556-BE35-ECDC-97AD9E9A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FBD2FA-CEBE-8CC1-D98C-6B037EAD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A4490-28BC-9C87-CD37-74F94FA4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236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65186-463B-98B3-8F2B-DB09B525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CEC222-F69A-5DB2-416E-62C14266E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9CB796-3EBB-2DB8-47BD-F5559AFD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AB5D69-39F5-05F7-F5C2-1F0B7C2C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F13E72-3FE3-7E97-5572-09496BA4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40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D4084-8983-F62C-C016-B2086FBB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FE8218-88BE-DCCC-4863-6A68800FF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2107A5-5D88-98E4-B85B-C901B3214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575170-182F-BCFB-DF15-C7209CB4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0DE82E-A013-E2E7-CDD8-5C9E2756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C36FE9-9C4D-1254-FB2E-7D5B8F67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970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156BD-EF04-6738-5F12-268EB775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D1DFA5-5BCF-1E86-4DF8-97036762D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16BF30-39F1-F4F1-62F2-C50B9D49D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5CFCE8-5EB2-5298-179B-5390E643D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DD569B-7EAD-0393-E9D1-85503947A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EC5AA1-633F-F6AF-C77C-AA784158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D04278-F60A-0666-D821-D9D8E44E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AFA160-4103-AE1A-2476-BA4BC3DF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929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C34FD-AE8D-DB88-8CE9-AA11A953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45422A-7755-1811-E8D8-BFD2692E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9DF5E0-3A9E-D20D-07DE-B2AB5FC2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45C26E-2784-7E7A-8B32-5B2A1575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769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5F24A4-DE60-3CA3-57B0-49704E5F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8CC78D-8FD6-56E9-E646-C3A905D3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8FCC5E-0DC3-097D-49AD-BAEBF30A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23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341B0-4A03-E8C7-7C53-4E08E26E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062EAC-1786-20F8-F6E6-324BE2BF8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343C51-4B0B-0D07-147E-B31B7FE99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4382B1-E858-508B-48A3-130ACAF9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5B969E-EE6B-13CB-F2BB-513DA908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AA1D7F-97B3-2578-6681-A54A1191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3111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9828F-0935-F77F-FFD7-AEA085F6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783E74-0685-EF76-DCAB-C1A63531F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0A189A-4338-1CB3-36A9-A2B8969FD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7F844E-8FC4-F930-1829-A2387335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2314FF-DE23-3F9E-D697-BD6C86BE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AEA2D0-5249-A7D9-69F8-12766D13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00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A6BE0-9EC2-9AE5-7A50-8D562C44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F441AD-CE51-0398-35CF-A6722E00F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04C65-02AD-7FA8-7B26-C4C2E0EE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91439-0F25-F167-79A9-C5AF7287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172EE4-F1AD-E2B6-1B34-468B5EA7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595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E04177-7C6C-5BF6-AF7D-514499C96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3FB237-7923-C63F-7C9C-7E2140F35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7A5265-2328-CD96-838E-0A09D885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B2D2F3-437D-A849-C24B-3968E0F2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67F859-5595-8EB2-9AD3-0EEAF476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453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83CFB3-FD21-4021-F75C-C53F4E40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44CD5-BA7D-C215-FD24-CD8BD91FA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2630B-DA48-608C-7260-5F1F8CE1C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BDD46-5EF2-48CB-BD6A-02FE20903CD1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8EB64-7CF2-635F-04F4-9107260AA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5E9206-A896-06F2-CF19-B67F82694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4205C-8779-498F-B092-56D3D736B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01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84FE37-7CAA-00D0-8C10-BDB506BDD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s-CL" sz="7200" dirty="0"/>
              <a:t>Presentación proyecto</a:t>
            </a:r>
            <a:br>
              <a:rPr lang="es-CL" sz="7200" dirty="0"/>
            </a:br>
            <a:r>
              <a:rPr lang="es-CL" sz="7200" dirty="0"/>
              <a:t>“Sistema de gestión de contactos”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2CFA3-E983-784C-9BB7-783679A91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s-CL" dirty="0"/>
              <a:t>Christian Ceverio Andrade.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197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F4FFD7-EF2C-2F6F-A819-902EA8AB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Explicación</a:t>
            </a: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“Sistema de gestion de </a:t>
            </a:r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contactos</a:t>
            </a: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</a:t>
            </a: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066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853104-B04B-6DD2-9638-F9977B91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3425"/>
            <a:ext cx="10515600" cy="54435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1. 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?</a:t>
            </a:r>
            <a:endParaRPr lang="es-CL" dirty="0"/>
          </a:p>
          <a:p>
            <a:r>
              <a:rPr lang="en-US" dirty="0"/>
              <a:t>El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agenda de </a:t>
            </a:r>
            <a:r>
              <a:rPr lang="en-US" dirty="0" err="1"/>
              <a:t>contactos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consola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agregar</a:t>
            </a:r>
            <a:r>
              <a:rPr lang="en-US" dirty="0"/>
              <a:t>, </a:t>
            </a:r>
            <a:r>
              <a:rPr lang="en-US" dirty="0" err="1"/>
              <a:t>buscar</a:t>
            </a:r>
            <a:r>
              <a:rPr lang="en-US" dirty="0"/>
              <a:t>, </a:t>
            </a:r>
            <a:r>
              <a:rPr lang="en-US" dirty="0" err="1"/>
              <a:t>editar</a:t>
            </a:r>
            <a:r>
              <a:rPr lang="en-US" dirty="0"/>
              <a:t> y </a:t>
            </a:r>
            <a:r>
              <a:rPr lang="en-US" dirty="0" err="1"/>
              <a:t>eliminar</a:t>
            </a:r>
            <a:r>
              <a:rPr lang="en-US" dirty="0"/>
              <a:t> </a:t>
            </a:r>
            <a:r>
              <a:rPr lang="en-US" dirty="0" err="1"/>
              <a:t>contactos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Programación</a:t>
            </a:r>
            <a:r>
              <a:rPr lang="en-US" dirty="0"/>
              <a:t> </a:t>
            </a:r>
            <a:r>
              <a:rPr lang="en-US" dirty="0" err="1"/>
              <a:t>Orientada</a:t>
            </a:r>
            <a:r>
              <a:rPr lang="en-US" dirty="0"/>
              <a:t> a </a:t>
            </a:r>
            <a:r>
              <a:rPr lang="en-US" dirty="0" err="1"/>
              <a:t>Objetos</a:t>
            </a:r>
            <a:r>
              <a:rPr lang="en-US" dirty="0"/>
              <a:t> (POO) para </a:t>
            </a:r>
            <a:r>
              <a:rPr lang="en-US" dirty="0" err="1"/>
              <a:t>organizar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de forma </a:t>
            </a:r>
            <a:r>
              <a:rPr lang="en-US" dirty="0" err="1"/>
              <a:t>clara</a:t>
            </a:r>
            <a:r>
              <a:rPr lang="en-US" dirty="0"/>
              <a:t>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2. Clase Contacto</a:t>
            </a:r>
            <a:endParaRPr lang="es-CL" dirty="0"/>
          </a:p>
          <a:p>
            <a:r>
              <a:rPr lang="en-US" dirty="0" err="1"/>
              <a:t>Representa</a:t>
            </a:r>
            <a:r>
              <a:rPr lang="en-US" dirty="0"/>
              <a:t> un </a:t>
            </a:r>
            <a:r>
              <a:rPr lang="en-US" dirty="0" err="1"/>
              <a:t>contacto</a:t>
            </a:r>
            <a:r>
              <a:rPr lang="en-US" dirty="0"/>
              <a:t> individual con </a:t>
            </a:r>
            <a:r>
              <a:rPr lang="en-US" dirty="0" err="1"/>
              <a:t>nombre</a:t>
            </a:r>
            <a:r>
              <a:rPr lang="en-US" dirty="0"/>
              <a:t>, </a:t>
            </a:r>
            <a:r>
              <a:rPr lang="en-US" dirty="0" err="1"/>
              <a:t>teléfono</a:t>
            </a:r>
            <a:r>
              <a:rPr lang="en-US" dirty="0"/>
              <a:t>, </a:t>
            </a:r>
            <a:r>
              <a:rPr lang="en-US" dirty="0" err="1"/>
              <a:t>correo</a:t>
            </a:r>
            <a:r>
              <a:rPr lang="en-US" dirty="0"/>
              <a:t> y </a:t>
            </a:r>
            <a:r>
              <a:rPr lang="en-US" dirty="0" err="1"/>
              <a:t>dirección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/>
              <a:t>El </a:t>
            </a:r>
            <a:r>
              <a:rPr lang="en-US" dirty="0" err="1"/>
              <a:t>método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 se </a:t>
            </a:r>
            <a:r>
              <a:rPr lang="en-US" dirty="0" err="1"/>
              <a:t>ejecuta</a:t>
            </a:r>
            <a:r>
              <a:rPr lang="en-US" dirty="0"/>
              <a:t> al </a:t>
            </a:r>
            <a:r>
              <a:rPr lang="en-US" dirty="0" err="1"/>
              <a:t>crear</a:t>
            </a:r>
            <a:r>
              <a:rPr lang="en-US" dirty="0"/>
              <a:t> un nuevo </a:t>
            </a:r>
            <a:r>
              <a:rPr lang="en-US" dirty="0" err="1"/>
              <a:t>contacto</a:t>
            </a:r>
            <a:r>
              <a:rPr lang="en-US" dirty="0"/>
              <a:t> y </a:t>
            </a:r>
            <a:r>
              <a:rPr lang="en-US" dirty="0" err="1"/>
              <a:t>asigna</a:t>
            </a:r>
            <a:r>
              <a:rPr lang="en-US" dirty="0"/>
              <a:t> sus </a:t>
            </a:r>
            <a:r>
              <a:rPr lang="en-US" dirty="0" err="1"/>
              <a:t>datos</a:t>
            </a:r>
            <a:r>
              <a:rPr lang="en-US" dirty="0"/>
              <a:t>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3. Clase Agenda</a:t>
            </a:r>
            <a:endParaRPr lang="es-CL" dirty="0"/>
          </a:p>
          <a:p>
            <a:r>
              <a:rPr lang="en-US" dirty="0" err="1"/>
              <a:t>Administra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contactos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se </a:t>
            </a:r>
            <a:r>
              <a:rPr lang="en-US" dirty="0" err="1"/>
              <a:t>realizan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r>
              <a:rPr lang="en-US" dirty="0"/>
              <a:t>.</a:t>
            </a:r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n-US" dirty="0"/>
              <a:t>4. Método </a:t>
            </a:r>
            <a:r>
              <a:rPr lang="en-US" dirty="0" err="1"/>
              <a:t>agregar</a:t>
            </a:r>
            <a:endParaRPr lang="es-CL" dirty="0"/>
          </a:p>
          <a:p>
            <a:r>
              <a:rPr lang="en-US" dirty="0"/>
              <a:t>Crea un nuevo </a:t>
            </a:r>
            <a:r>
              <a:rPr lang="en-US" dirty="0" err="1"/>
              <a:t>objeto</a:t>
            </a:r>
            <a:r>
              <a:rPr lang="en-US" dirty="0"/>
              <a:t> Contacto y lo </a:t>
            </a:r>
            <a:r>
              <a:rPr lang="en-US" dirty="0" err="1"/>
              <a:t>guarda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lista</a:t>
            </a:r>
            <a:r>
              <a:rPr lang="en-US" dirty="0"/>
              <a:t> de la agenda.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6461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A786-4E7B-3C50-87A6-83606619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B878-3FDC-ADEF-4BA4-98161409B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3425"/>
            <a:ext cx="10515600" cy="54435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5. Método </a:t>
            </a:r>
            <a:r>
              <a:rPr lang="en-US" dirty="0" err="1"/>
              <a:t>buscar</a:t>
            </a:r>
            <a:endParaRPr lang="es-CL" dirty="0"/>
          </a:p>
          <a:p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contactos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o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teléfono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Convierte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a </a:t>
            </a:r>
            <a:r>
              <a:rPr lang="en-US" dirty="0" err="1"/>
              <a:t>minúsculas</a:t>
            </a:r>
            <a:r>
              <a:rPr lang="en-US" dirty="0"/>
              <a:t> para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mayúsculas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uno </a:t>
            </a:r>
            <a:r>
              <a:rPr lang="en-US" dirty="0" err="1"/>
              <a:t>debajo</a:t>
            </a:r>
            <a:r>
              <a:rPr lang="en-US" dirty="0"/>
              <a:t> del </a:t>
            </a:r>
            <a:r>
              <a:rPr lang="en-US" dirty="0" err="1"/>
              <a:t>otro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/>
              <a:t>Si no hay </a:t>
            </a:r>
            <a:r>
              <a:rPr lang="en-US" dirty="0" err="1"/>
              <a:t>coincidencias</a:t>
            </a:r>
            <a:r>
              <a:rPr lang="en-US" dirty="0"/>
              <a:t>,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mensaje</a:t>
            </a:r>
            <a:r>
              <a:rPr lang="en-US" dirty="0"/>
              <a:t>:</a:t>
            </a:r>
            <a:endParaRPr lang="es-CL" dirty="0"/>
          </a:p>
          <a:p>
            <a:r>
              <a:rPr lang="en-US" dirty="0"/>
              <a:t>"No se ha </a:t>
            </a:r>
            <a:r>
              <a:rPr lang="en-US" dirty="0" err="1"/>
              <a:t>encontrado</a:t>
            </a:r>
            <a:r>
              <a:rPr lang="en-US" dirty="0"/>
              <a:t> </a:t>
            </a:r>
            <a:r>
              <a:rPr lang="en-US" dirty="0" err="1"/>
              <a:t>ningún</a:t>
            </a:r>
            <a:r>
              <a:rPr lang="en-US" dirty="0"/>
              <a:t> </a:t>
            </a:r>
            <a:r>
              <a:rPr lang="en-US" dirty="0" err="1"/>
              <a:t>contacto</a:t>
            </a:r>
            <a:r>
              <a:rPr lang="en-US" dirty="0"/>
              <a:t> con </a:t>
            </a:r>
            <a:r>
              <a:rPr lang="en-US" dirty="0" err="1"/>
              <a:t>esos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.“</a:t>
            </a:r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6. Método </a:t>
            </a:r>
            <a:r>
              <a:rPr lang="en-US" dirty="0" err="1"/>
              <a:t>editar</a:t>
            </a:r>
            <a:endParaRPr lang="es-CL" dirty="0"/>
          </a:p>
          <a:p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un </a:t>
            </a:r>
            <a:r>
              <a:rPr lang="en-US" dirty="0" err="1"/>
              <a:t>contacto</a:t>
            </a:r>
            <a:r>
              <a:rPr lang="en-US" dirty="0"/>
              <a:t> </a:t>
            </a:r>
            <a:r>
              <a:rPr lang="en-US" dirty="0" err="1"/>
              <a:t>buscándolo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dato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/>
              <a:t>Si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presiona</a:t>
            </a:r>
            <a:r>
              <a:rPr lang="en-US" dirty="0"/>
              <a:t> Enter,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dato</a:t>
            </a:r>
            <a:r>
              <a:rPr lang="en-US" dirty="0"/>
              <a:t> original se </a:t>
            </a:r>
            <a:r>
              <a:rPr lang="en-US" dirty="0" err="1"/>
              <a:t>mantiene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/>
              <a:t>Se </a:t>
            </a:r>
            <a:r>
              <a:rPr lang="en-US" dirty="0" err="1"/>
              <a:t>edita</a:t>
            </a:r>
            <a:r>
              <a:rPr lang="en-US" dirty="0"/>
              <a:t> solo </a:t>
            </a:r>
            <a:r>
              <a:rPr lang="en-US" dirty="0" err="1"/>
              <a:t>el</a:t>
            </a:r>
            <a:r>
              <a:rPr lang="en-US" dirty="0"/>
              <a:t> primer </a:t>
            </a:r>
            <a:r>
              <a:rPr lang="en-US" dirty="0" err="1"/>
              <a:t>contacto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coincide.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7. Método </a:t>
            </a:r>
            <a:r>
              <a:rPr lang="en-US" dirty="0" err="1"/>
              <a:t>eliminar</a:t>
            </a:r>
            <a:endParaRPr lang="es-CL" dirty="0"/>
          </a:p>
          <a:p>
            <a:r>
              <a:rPr lang="en-US" dirty="0" err="1"/>
              <a:t>Elimina</a:t>
            </a:r>
            <a:r>
              <a:rPr lang="en-US" dirty="0"/>
              <a:t> un </a:t>
            </a:r>
            <a:r>
              <a:rPr lang="en-US" dirty="0" err="1"/>
              <a:t>contacto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teléfono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identificador</a:t>
            </a:r>
            <a:r>
              <a:rPr lang="en-US" dirty="0"/>
              <a:t>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dirty="0" err="1"/>
              <a:t>Menú</a:t>
            </a:r>
            <a:r>
              <a:rPr lang="en-US" dirty="0"/>
              <a:t> principal</a:t>
            </a:r>
            <a:endParaRPr lang="es-CL" dirty="0"/>
          </a:p>
          <a:p>
            <a:r>
              <a:rPr lang="en-US" dirty="0" err="1"/>
              <a:t>Permite</a:t>
            </a:r>
            <a:r>
              <a:rPr lang="en-US" dirty="0"/>
              <a:t> al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interactuar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</a:t>
            </a:r>
            <a:r>
              <a:rPr lang="en-US" dirty="0" err="1"/>
              <a:t>opciones</a:t>
            </a:r>
            <a:r>
              <a:rPr lang="en-US" dirty="0"/>
              <a:t> </a:t>
            </a:r>
            <a:r>
              <a:rPr lang="en-US" dirty="0" err="1"/>
              <a:t>numéricas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/>
              <a:t>El </a:t>
            </a:r>
            <a:r>
              <a:rPr lang="en-US" dirty="0" err="1"/>
              <a:t>programa</a:t>
            </a:r>
            <a:r>
              <a:rPr lang="en-US" dirty="0"/>
              <a:t> se </a:t>
            </a:r>
            <a:r>
              <a:rPr lang="en-US" dirty="0" err="1"/>
              <a:t>ejecuta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bucle</a:t>
            </a:r>
            <a:r>
              <a:rPr lang="en-US" dirty="0"/>
              <a:t> hasta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decide </a:t>
            </a:r>
            <a:r>
              <a:rPr lang="en-US" dirty="0" err="1"/>
              <a:t>salir</a:t>
            </a:r>
            <a:r>
              <a:rPr lang="en-US" dirty="0"/>
              <a:t>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5676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D8C4E-6BEA-DA5B-9135-7E8B175C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18D9C7A-70A9-C12F-EBEA-E562AB66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4AA8B56-13E8-355A-267B-B392980DB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1B5906B-7F97-E675-DB90-3FEA5E846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30BBB1-14AF-F411-3F7A-32A19F5F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1CBF80-1EC1-D289-DDAB-E4EA427E2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782BE2-D778-E803-E25B-E282BA29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Pruebas</a:t>
            </a: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funcionamiento</a:t>
            </a: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214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C0455-4E85-E470-67B9-B0F826EE9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s-CL" sz="5400"/>
              <a:t>Agregar contacto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94B6AB9B-AF31-417F-1540-4BFAE399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439295"/>
            <a:ext cx="5536001" cy="392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3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8B6C3E-0B3E-CFAC-5772-871FCE3C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Buscar contacto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97F2323-6079-D00A-7410-CAB17498A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832447"/>
            <a:ext cx="5536001" cy="31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5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6B1C3B-D5F1-7742-DF1D-98429F9E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Editar contacto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80058197-AFCA-F5A4-8E50-112C8AAAE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88" y="666728"/>
            <a:ext cx="481240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34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94740F-D305-473D-3D88-89D57F0C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Eliminar contacto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94993511-C678-9EC0-9A5A-08292F3EE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1402709"/>
            <a:ext cx="5536001" cy="399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5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00F3A-A69F-7ED9-1D89-2B7346F10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E511AEF-1464-E64E-DCBD-328FBF652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BC0A69-3840-0D63-08FE-290E85AE3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EB4AC7-A25C-29F3-D9A7-F0C335299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CEE334-569A-1869-61ED-F7C4E7317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07F251B-2336-217D-AF80-E94858C6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DA1F76-44ED-B521-9EE6-AD2218C1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Desafíos</a:t>
            </a: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5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soluciones</a:t>
            </a: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0640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76D6-F512-DC05-7823-8F2CE04D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A1630-243D-D924-E118-43D839909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3425"/>
            <a:ext cx="10515600" cy="54435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Desafío</a:t>
            </a:r>
            <a:r>
              <a:rPr lang="en-US" dirty="0"/>
              <a:t> 1: </a:t>
            </a:r>
            <a:r>
              <a:rPr lang="en-US" dirty="0" err="1"/>
              <a:t>Búsqueda</a:t>
            </a:r>
            <a:r>
              <a:rPr lang="en-US" dirty="0"/>
              <a:t> sensible a </a:t>
            </a:r>
            <a:r>
              <a:rPr lang="en-US" dirty="0" err="1"/>
              <a:t>mayúsculas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Solución</a:t>
            </a:r>
            <a:r>
              <a:rPr lang="en-US" dirty="0"/>
              <a:t>: Uso del </a:t>
            </a:r>
            <a:r>
              <a:rPr lang="en-US" dirty="0" err="1"/>
              <a:t>método</a:t>
            </a:r>
            <a:r>
              <a:rPr lang="en-US" dirty="0"/>
              <a:t> lower() para </a:t>
            </a:r>
            <a:r>
              <a:rPr lang="en-US" dirty="0" err="1"/>
              <a:t>normalizar</a:t>
            </a:r>
            <a:r>
              <a:rPr lang="en-US" dirty="0"/>
              <a:t> </a:t>
            </a:r>
            <a:r>
              <a:rPr lang="en-US" dirty="0" err="1"/>
              <a:t>textos</a:t>
            </a:r>
            <a:r>
              <a:rPr lang="en-US" dirty="0"/>
              <a:t>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 err="1"/>
              <a:t>Desafío</a:t>
            </a:r>
            <a:r>
              <a:rPr lang="en-US" dirty="0"/>
              <a:t> 2: No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claros.</a:t>
            </a:r>
            <a:endParaRPr lang="es-CL" dirty="0"/>
          </a:p>
          <a:p>
            <a:r>
              <a:rPr lang="en-US" dirty="0" err="1"/>
              <a:t>Solución</a:t>
            </a:r>
            <a:r>
              <a:rPr lang="en-US" dirty="0"/>
              <a:t>: </a:t>
            </a:r>
            <a:r>
              <a:rPr lang="en-US" dirty="0" err="1"/>
              <a:t>Mensaje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no se </a:t>
            </a:r>
            <a:r>
              <a:rPr lang="en-US" dirty="0" err="1"/>
              <a:t>encuentran</a:t>
            </a:r>
            <a:r>
              <a:rPr lang="en-US" dirty="0"/>
              <a:t> </a:t>
            </a:r>
            <a:r>
              <a:rPr lang="en-US" dirty="0" err="1"/>
              <a:t>contactos</a:t>
            </a:r>
            <a:r>
              <a:rPr lang="en-US" dirty="0"/>
              <a:t>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 err="1"/>
              <a:t>Desafío</a:t>
            </a:r>
            <a:r>
              <a:rPr lang="en-US" dirty="0"/>
              <a:t> 3: </a:t>
            </a:r>
            <a:r>
              <a:rPr lang="en-US" dirty="0" err="1"/>
              <a:t>Editar</a:t>
            </a:r>
            <a:r>
              <a:rPr lang="en-US" dirty="0"/>
              <a:t> sin </a:t>
            </a:r>
            <a:r>
              <a:rPr lang="en-US" dirty="0" err="1"/>
              <a:t>conocer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teléfono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Solución</a:t>
            </a:r>
            <a:r>
              <a:rPr lang="en-US" dirty="0"/>
              <a:t>: </a:t>
            </a:r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búsqueda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dato</a:t>
            </a:r>
            <a:r>
              <a:rPr lang="en-US" dirty="0"/>
              <a:t> al </a:t>
            </a:r>
            <a:r>
              <a:rPr lang="en-US" dirty="0" err="1"/>
              <a:t>editar</a:t>
            </a:r>
            <a:r>
              <a:rPr lang="en-US" dirty="0"/>
              <a:t> (al </a:t>
            </a:r>
            <a:r>
              <a:rPr lang="en-US" dirty="0" err="1"/>
              <a:t>eliminar</a:t>
            </a:r>
            <a:r>
              <a:rPr lang="en-US" dirty="0"/>
              <a:t> un </a:t>
            </a:r>
            <a:r>
              <a:rPr lang="en-US" dirty="0" err="1"/>
              <a:t>contacto</a:t>
            </a:r>
            <a:r>
              <a:rPr lang="en-US" dirty="0"/>
              <a:t>, se </a:t>
            </a:r>
            <a:r>
              <a:rPr lang="en-US" dirty="0" err="1"/>
              <a:t>mantuvo</a:t>
            </a:r>
            <a:r>
              <a:rPr lang="en-US" dirty="0"/>
              <a:t> la </a:t>
            </a:r>
            <a:r>
              <a:rPr lang="en-US" dirty="0" err="1"/>
              <a:t>búsqueda</a:t>
            </a:r>
            <a:r>
              <a:rPr lang="en-US" dirty="0"/>
              <a:t> solo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teléfono</a:t>
            </a:r>
            <a:r>
              <a:rPr lang="en-US"/>
              <a:t>).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 err="1"/>
              <a:t>Desafío</a:t>
            </a:r>
            <a:r>
              <a:rPr lang="en-US" dirty="0"/>
              <a:t> 4: </a:t>
            </a:r>
            <a:r>
              <a:rPr lang="en-US" dirty="0" err="1"/>
              <a:t>Sobrescritura</a:t>
            </a:r>
            <a:r>
              <a:rPr lang="en-US" dirty="0"/>
              <a:t> accidental de </a:t>
            </a:r>
            <a:r>
              <a:rPr lang="en-US" dirty="0" err="1"/>
              <a:t>datos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Solución</a:t>
            </a:r>
            <a:r>
              <a:rPr lang="en-US" dirty="0"/>
              <a:t>: </a:t>
            </a:r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mantener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originales</a:t>
            </a:r>
            <a:r>
              <a:rPr lang="en-US" dirty="0"/>
              <a:t> </a:t>
            </a:r>
            <a:r>
              <a:rPr lang="en-US" dirty="0" err="1"/>
              <a:t>presionando</a:t>
            </a:r>
            <a:r>
              <a:rPr lang="en-US" dirty="0"/>
              <a:t> Enter.</a:t>
            </a:r>
            <a:endParaRPr lang="es-CL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CL" dirty="0"/>
          </a:p>
          <a:p>
            <a:pPr marL="0" indent="0">
              <a:buNone/>
            </a:pPr>
            <a:r>
              <a:rPr lang="en-US" dirty="0" err="1"/>
              <a:t>Desafío</a:t>
            </a:r>
            <a:r>
              <a:rPr lang="en-US" dirty="0"/>
              <a:t> 5: </a:t>
            </a:r>
            <a:r>
              <a:rPr lang="en-US" dirty="0" err="1"/>
              <a:t>Complejidad</a:t>
            </a:r>
            <a:r>
              <a:rPr lang="en-US" dirty="0"/>
              <a:t> para resolver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s-CL" dirty="0"/>
          </a:p>
          <a:p>
            <a:r>
              <a:rPr lang="en-US" dirty="0" err="1"/>
              <a:t>Solución</a:t>
            </a:r>
            <a:r>
              <a:rPr lang="en-US" dirty="0"/>
              <a:t>: Uso de IA para resolver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del Código.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62475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405</Words>
  <Application>Microsoft Office PowerPoint</Application>
  <PresentationFormat>Panorámica</PresentationFormat>
  <Paragraphs>55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proyecto “Sistema de gestión de contactos”</vt:lpstr>
      <vt:lpstr>Explicación del Programa “Sistema de gestion de contactos”</vt:lpstr>
      <vt:lpstr>Presentación de PowerPoint</vt:lpstr>
      <vt:lpstr>Presentación de PowerPoint</vt:lpstr>
      <vt:lpstr>Pruebas de funcionamiento</vt:lpstr>
      <vt:lpstr>Agregar contacto</vt:lpstr>
      <vt:lpstr>Buscar contacto</vt:lpstr>
      <vt:lpstr>Editar contacto</vt:lpstr>
      <vt:lpstr>Eliminar contacto</vt:lpstr>
      <vt:lpstr>Desafíos y soluciones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Ceverio A.</dc:creator>
  <cp:lastModifiedBy>Christian Ceverio A.</cp:lastModifiedBy>
  <cp:revision>1</cp:revision>
  <dcterms:created xsi:type="dcterms:W3CDTF">2026-01-19T23:42:13Z</dcterms:created>
  <dcterms:modified xsi:type="dcterms:W3CDTF">2026-01-20T03:07:49Z</dcterms:modified>
</cp:coreProperties>
</file>